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92608"/>
            <a:ext cx="1234440" cy="2743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2926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EDITION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6032" y="713232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Security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56032" y="1481328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BC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Laboratory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56032" y="2395728"/>
            <a:ext cx="8686800" cy="4114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03  ·  Asymmetric Cryptography &amp; TLS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A1523"/>
          </a:solidFill>
          <a:ln w="12700">
            <a:solidFill>
              <a:srgbClr val="0A15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4892040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Calabria  ·  DeMaCS  ·  A.Y. 2025/2026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0" y="164592"/>
            <a:ext cx="1691640" cy="1417320"/>
          </a:xfrm>
          <a:prstGeom prst="rect">
            <a:avLst/>
          </a:prstGeom>
          <a:solidFill>
            <a:srgbClr val="00BCD4">
              <a:alpha val="20000"/>
            </a:srgbClr>
          </a:solidFill>
          <a:ln w="19050">
            <a:solidFill>
              <a:srgbClr val="00BC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35240" y="1170432"/>
            <a:ext cx="1371600" cy="1143000"/>
          </a:xfrm>
          <a:prstGeom prst="rect">
            <a:avLst/>
          </a:prstGeom>
          <a:solidFill>
            <a:srgbClr val="6A1B9A">
              <a:alpha val="60000"/>
            </a:srgbClr>
          </a:solidFill>
          <a:ln w="12700">
            <a:solidFill>
              <a:srgbClr val="6A1B9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 Start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22960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914400"/>
            <a:ext cx="8686800" cy="38404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418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GNS3 lab from Lab 02 must be running. Verify connectivity before anything else.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" y="1389888"/>
            <a:ext cx="4251960" cy="1645920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63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checks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874520"/>
            <a:ext cx="164592" cy="16459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847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Alice: ping the router (10.0.0.1)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185416"/>
            <a:ext cx="164592" cy="16459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1579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Alice: ping Bob (10.0.0.20)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496312"/>
            <a:ext cx="164592" cy="16459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4688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Alice: ping 8.8.8.8 (internet)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90872" y="1389888"/>
            <a:ext cx="4251960" cy="1645920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463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tools (once)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46320" y="1874520"/>
            <a:ext cx="685800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8745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605272" y="188366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 ·  python3  ·  tshark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2221992"/>
            <a:ext cx="685800" cy="25603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22199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05272" y="2231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openssl  ·  python3  ·  nginx  ·  tshark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2569464"/>
            <a:ext cx="685800" cy="25603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56946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Darth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605272" y="25786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tshark  ·  python3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" y="3127248"/>
            <a:ext cx="8686800" cy="457200"/>
          </a:xfrm>
          <a:prstGeom prst="rect">
            <a:avLst/>
          </a:prstGeom>
          <a:solidFill>
            <a:srgbClr val="2D3748"/>
          </a:solidFill>
          <a:ln w="10160">
            <a:solidFill>
              <a:srgbClr val="00BC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318211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Bob is the server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Bob generates the CA, signs the certificate, and runs both NGINX and the TLS server. Alice is the client. Darth observes.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56032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today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6032" y="4005072"/>
            <a:ext cx="2788920" cy="6217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" y="40416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56032" y="4297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10.0.0.10  ·  client / victim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154680" y="4005072"/>
            <a:ext cx="2788920" cy="62179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54680" y="40416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154680" y="4297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10.0.0.20  ·  server / CA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53328" y="4005072"/>
            <a:ext cx="2788920" cy="62179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53328" y="404164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Darth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53328" y="4297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10.0.0.30  ·  attacker / eavesdropper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A1523"/>
          </a:solidFill>
          <a:ln w="12700">
            <a:solidFill>
              <a:srgbClr val="0A15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82880" y="4892040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doesn't work — raise your hand before moving on.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22960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987552"/>
            <a:ext cx="475488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98755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49808" y="987552"/>
            <a:ext cx="8193024" cy="749808"/>
          </a:xfrm>
          <a:prstGeom prst="rect">
            <a:avLst/>
          </a:prstGeom>
          <a:solidFill>
            <a:srgbClr val="2D3748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042416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 &amp; Certificates — Asymmetric Crypto in Practice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371600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distribution problem, X.509 certificates, Certificate Authorities, and the trust chain.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" y="1956816"/>
            <a:ext cx="475488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956816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49808" y="1956816"/>
            <a:ext cx="8193024" cy="749808"/>
          </a:xfrm>
          <a:prstGeom prst="rect">
            <a:avLst/>
          </a:prstGeom>
          <a:solidFill>
            <a:srgbClr val="2D3748"/>
          </a:solidFill>
          <a:ln w="1016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011680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ES01–02 — Bob Builds a CA, Signs a Cert, Serves HTTPS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2340864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generates a CA, signs a server cert, configures NGINX. Alice connects with curl using the CA file.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6032" y="2926080"/>
            <a:ext cx="475488" cy="7498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2926080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49808" y="2926080"/>
            <a:ext cx="8193024" cy="749808"/>
          </a:xfrm>
          <a:prstGeom prst="rect">
            <a:avLst/>
          </a:prstGeom>
          <a:solidFill>
            <a:srgbClr val="2D3748"/>
          </a:solidFill>
          <a:ln w="10160">
            <a:solidFill>
              <a:srgbClr val="6A1B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2980944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ES03 (a–d) — TLS Socket in Python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3310128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and Alice implement a TLS echo server/client from scratch. Wireshark comparison with Lab 02.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" y="3895344"/>
            <a:ext cx="475488" cy="74980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" y="3895344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9808" y="3895344"/>
            <a:ext cx="8193024" cy="749808"/>
          </a:xfrm>
          <a:prstGeom prst="rect">
            <a:avLst/>
          </a:prstGeom>
          <a:solidFill>
            <a:srgbClr val="2D3748"/>
          </a:solidFill>
          <a:ln w="1016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950208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ES03e + ES04 — MITM with Darth &amp; Let's Encrypt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4279392"/>
            <a:ext cx="7909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Darth proxies TLS traffic. Then: how a real public CA (Let's Encrypt) eliminates manual trust setup.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A1523"/>
          </a:solidFill>
          <a:ln w="12700">
            <a:solidFill>
              <a:srgbClr val="0A15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4892040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exercises run inside Alice, Bob, and Darth. Switch → Hub for Wireshark exercises.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Distribution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Lab 02, Alice and Bob used AES-256-CBC with mysecretkey hardcoded. That assumption has a name.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" y="1371600"/>
            <a:ext cx="713232" cy="8229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371600"/>
            <a:ext cx="713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1371600"/>
            <a:ext cx="7882128" cy="822960"/>
          </a:xfrm>
          <a:prstGeom prst="rect">
            <a:avLst/>
          </a:prstGeom>
          <a:solidFill>
            <a:srgbClr val="E0E7EF"/>
          </a:solidFill>
          <a:ln w="12700">
            <a:solidFill>
              <a:srgbClr val="E0E7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42646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for both sides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77393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secret key encrypts and decrypts. Anyone who knows the key can read every message.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2514600"/>
            <a:ext cx="713232" cy="82296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2514600"/>
            <a:ext cx="713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05840" y="2514600"/>
            <a:ext cx="7882128" cy="822960"/>
          </a:xfrm>
          <a:prstGeom prst="rect">
            <a:avLst/>
          </a:prstGeom>
          <a:solidFill>
            <a:srgbClr val="E0E7EF"/>
          </a:solidFill>
          <a:ln w="12700">
            <a:solidFill>
              <a:srgbClr val="E0E7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256946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distribution problem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91693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communicating securely, both sides must agree on a key. Any channel they use could be intercepted by Darth.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6032" y="3657600"/>
            <a:ext cx="713232" cy="8229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657600"/>
            <a:ext cx="713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05840" y="3657600"/>
            <a:ext cx="7882128" cy="822960"/>
          </a:xfrm>
          <a:prstGeom prst="rect">
            <a:avLst/>
          </a:prstGeom>
          <a:solidFill>
            <a:srgbClr val="E0E7EF"/>
          </a:solidFill>
          <a:ln w="12700">
            <a:solidFill>
              <a:srgbClr val="E0E7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371246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asymmetric cryptography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405993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pair — public + private — lets two parties agree on a shared secret over an insecure channel without having met. This is what TLS does on every HTTPS page.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" y="4663440"/>
            <a:ext cx="8686800" cy="329184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70001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crypto: fast, secure, but requires a pre-shared key. Asymmetric crypto solves exactly this.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Asymmetric Crypto — Two Use Cases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of the keys determines the goal. TLS uses both simultaneously.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" y="1298448"/>
            <a:ext cx="4224528" cy="3383280"/>
          </a:xfrm>
          <a:prstGeom prst="rect">
            <a:avLst/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298448"/>
            <a:ext cx="422452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35024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 — Encryption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956816"/>
            <a:ext cx="347472" cy="347472"/>
          </a:xfrm>
          <a:prstGeom prst="rect">
            <a:avLst/>
          </a:prstGeom>
          <a:solidFill>
            <a:srgbClr val="90CAF9"/>
          </a:solidFill>
          <a:ln w="12700">
            <a:solidFill>
              <a:srgbClr val="90CA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956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" y="1920240"/>
            <a:ext cx="3547872" cy="420624"/>
          </a:xfrm>
          <a:prstGeom prst="rect">
            <a:avLst/>
          </a:prstGeom>
          <a:solidFill>
            <a:srgbClr val="E0E7EF"/>
          </a:solidFill>
          <a:ln w="10160">
            <a:solidFill>
              <a:srgbClr val="CFD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1975104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has Bob's PUBLIC key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615184"/>
            <a:ext cx="347472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86384" y="2578608"/>
            <a:ext cx="3547872" cy="420624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633472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Encrypts the message with Bob's PUBLIC key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273552"/>
            <a:ext cx="347472" cy="347472"/>
          </a:xfrm>
          <a:prstGeom prst="rect">
            <a:avLst/>
          </a:prstGeom>
          <a:solidFill>
            <a:srgbClr val="90CAF9"/>
          </a:solidFill>
          <a:ln w="12700">
            <a:solidFill>
              <a:srgbClr val="90CA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273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86384" y="3236976"/>
            <a:ext cx="3547872" cy="420624"/>
          </a:xfrm>
          <a:prstGeom prst="rect">
            <a:avLst/>
          </a:prstGeom>
          <a:solidFill>
            <a:srgbClr val="E0E7EF"/>
          </a:solidFill>
          <a:ln w="10160">
            <a:solidFill>
              <a:srgbClr val="CFD8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291840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Bob can decrypt — he has the PRIVATE key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3525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public key → private key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1298448"/>
            <a:ext cx="4224528" cy="3383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6510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298448"/>
            <a:ext cx="4224528" cy="47548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73168" y="1335024"/>
            <a:ext cx="4005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— Digital Signature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73168" y="1956816"/>
            <a:ext cx="347472" cy="347472"/>
          </a:xfrm>
          <a:prstGeom prst="rect">
            <a:avLst/>
          </a:prstGeom>
          <a:solidFill>
            <a:srgbClr val="FFCCBC"/>
          </a:solidFill>
          <a:ln w="12700">
            <a:solidFill>
              <a:srgbClr val="FFCCB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1956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193792" y="1920240"/>
            <a:ext cx="3547872" cy="420624"/>
          </a:xfrm>
          <a:prstGeom prst="rect">
            <a:avLst/>
          </a:prstGeom>
          <a:solidFill>
            <a:srgbClr val="E0E7EF"/>
          </a:solidFill>
          <a:ln w="10160">
            <a:solidFill>
              <a:srgbClr val="CFD8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1975104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signs with his own PRIVATE key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73168" y="2615184"/>
            <a:ext cx="347472" cy="3474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3168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193792" y="2578608"/>
            <a:ext cx="3547872" cy="420624"/>
          </a:xfrm>
          <a:prstGeom prst="rect">
            <a:avLst/>
          </a:prstGeom>
          <a:solidFill>
            <a:srgbClr val="FFF3E0"/>
          </a:solidFill>
          <a:ln w="10160">
            <a:solidFill>
              <a:srgbClr val="E65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0" y="2633472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message + signature to anyone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73168" y="3273552"/>
            <a:ext cx="347472" cy="347472"/>
          </a:xfrm>
          <a:prstGeom prst="rect">
            <a:avLst/>
          </a:prstGeom>
          <a:solidFill>
            <a:srgbClr val="FFCCBC"/>
          </a:solidFill>
          <a:ln w="12700">
            <a:solidFill>
              <a:srgbClr val="FFCCB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73168" y="3273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93792" y="3236976"/>
            <a:ext cx="3547872" cy="420624"/>
          </a:xfrm>
          <a:prstGeom prst="rect">
            <a:avLst/>
          </a:prstGeom>
          <a:solidFill>
            <a:srgbClr val="E0E7EF"/>
          </a:solidFill>
          <a:ln w="10160">
            <a:solidFill>
              <a:srgbClr val="CFD8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291840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verifies with Bob's PUBLIC key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73168" y="43525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private key → public key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PKI &amp; X.509 Certificates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key is just bytes — without a binding to an identity you cannot know whose key it is.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" y="1344168"/>
            <a:ext cx="713232" cy="7772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344168"/>
            <a:ext cx="713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1344168"/>
            <a:ext cx="7882128" cy="777240"/>
          </a:xfrm>
          <a:prstGeom prst="rect">
            <a:avLst/>
          </a:prstGeom>
          <a:solidFill>
            <a:srgbClr val="E0E7EF"/>
          </a:solidFill>
          <a:ln w="12700">
            <a:solidFill>
              <a:srgbClr val="E0E7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39903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Authority (CA)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746504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trusted entity that signs certificates. Your OS/browser ships with pre-installed root CAs. Everything chained to a root is trusted automatically.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2368296"/>
            <a:ext cx="713232" cy="7772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2368296"/>
            <a:ext cx="713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05840" y="2368296"/>
            <a:ext cx="7882128" cy="777240"/>
          </a:xfrm>
          <a:prstGeom prst="rect">
            <a:avLst/>
          </a:prstGeom>
          <a:solidFill>
            <a:srgbClr val="E0E7EF"/>
          </a:solidFill>
          <a:ln w="12700">
            <a:solidFill>
              <a:srgbClr val="E0E7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24231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X.509 Certificate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77063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Binds a public key to an identity. Key fields: Issuer, Subject, Validity, Subject Alternative Names (SAN), Public Key, CA Signature.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6032" y="3392424"/>
            <a:ext cx="713232" cy="7772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392424"/>
            <a:ext cx="713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" y="3392424"/>
            <a:ext cx="7882128" cy="777240"/>
          </a:xfrm>
          <a:prstGeom prst="rect">
            <a:avLst/>
          </a:prstGeom>
          <a:solidFill>
            <a:srgbClr val="E0E7EF"/>
          </a:solidFill>
          <a:ln w="12700">
            <a:solidFill>
              <a:srgbClr val="E0E7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34472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Alternative Name — required by modern clients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37947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 alone is not sufficient. curl, Python ssl, and all modern TLS clients require the SAN field (IP:10.0.0.20 or DNS:bob.lab). Missing SAN → connection refused.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" y="4462272"/>
            <a:ext cx="8686800" cy="502920"/>
          </a:xfrm>
          <a:prstGeom prst="rect">
            <a:avLst/>
          </a:prstGeom>
          <a:solidFill>
            <a:srgbClr val="1A2535"/>
          </a:solidFill>
          <a:ln w="10160">
            <a:solidFill>
              <a:srgbClr val="00BC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51713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C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 </a:t>
            </a:r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openssl s_client -connect google.com:443 -showcerts 2&gt;/dev/null | openssl x509 -noout -text | head -40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1 — Generate CA &amp; Certificate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acts as both CA and server. All commands run on Bob (10.0.0.20).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" y="1316736"/>
            <a:ext cx="4315968" cy="1700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316736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316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389888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CA key and self-signed certificate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6032" y="1801368"/>
            <a:ext cx="4315968" cy="12161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65376"/>
            <a:ext cx="4151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genrsa -out ca.key 4096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req -new -x509 -days 365 -key ca.key \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-subj '/CN=LabCA' -out ca.cert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00016" y="1316736"/>
            <a:ext cx="4315968" cy="1700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0016" y="1316736"/>
            <a:ext cx="475488" cy="4754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316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66944" y="1389888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server key and CSR with SAN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0016" y="1801368"/>
            <a:ext cx="4315968" cy="12161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1865376"/>
            <a:ext cx="4151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genrsa -out server.key 2048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req -new -key server.key \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-subj '/CN=bob.lab' -out server.csr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6032" y="3127248"/>
            <a:ext cx="4315968" cy="1700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56032" y="3127248"/>
            <a:ext cx="475488" cy="47548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200400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server certificate (CN + SAN required)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56032" y="3611880"/>
            <a:ext cx="4315968" cy="12161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675888"/>
            <a:ext cx="4151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"subjectAltName=IP:10.0.0.20,DNS:bob.lab" &gt; san.ext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x509 -req -days 365 -in server.csr \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-CA ca.cert -CAkey ca.key -CAcreateserial \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-extfile san.ext -out server.cert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00016" y="3127248"/>
            <a:ext cx="4315968" cy="1700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0016" y="3127248"/>
            <a:ext cx="475488" cy="47548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0016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66944" y="3200400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Issuer, Subject, SAN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00016" y="3611880"/>
            <a:ext cx="4315968" cy="12161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9744" y="3675888"/>
            <a:ext cx="41513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x509 -in ca.cert    -noout -text | grep -E 'Issuer|Subject'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x509 -in server.cert -noout -text | grep -E 'Issuer|Subject|Alt'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2 — NGINX over HTTPS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serves HTTPS on port 443. Alice (10.0.0.10) connects with curl.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" y="1408176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408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04672" y="1316736"/>
            <a:ext cx="537667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3716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certificates into NGINX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" y="1664208"/>
            <a:ext cx="5376672" cy="475488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00784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mkdir -p /etc/nginx/ssl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cp server.cert server.key /etc/nginx/ssl/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6032" y="2304288"/>
            <a:ext cx="475488" cy="4754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2304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" y="2212848"/>
            <a:ext cx="537667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26771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NGINX config — enable TLS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" y="2560320"/>
            <a:ext cx="5376672" cy="475488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2596896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listen 443 ssl;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ssl_certificate     /etc/nginx/ssl/server.cert;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ssl_certificate_key /etc/nginx/ssl/server.key;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6032" y="3200400"/>
            <a:ext cx="475488" cy="47548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3200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4672" y="3108960"/>
            <a:ext cx="537667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163824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ca.cert from Bob to Alice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" y="3456432"/>
            <a:ext cx="5376672" cy="475488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493008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Bob:   python3 -m http.server 5000 --directory ~/lab03/cert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Alice: wget http://10.0.0.20:5000/ca.cert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6032" y="4096512"/>
            <a:ext cx="475488" cy="47548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" y="4096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4672" y="4005072"/>
            <a:ext cx="5376672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05993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from Alice — with and without CA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4672" y="4352544"/>
            <a:ext cx="5376672" cy="475488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4389120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https://10.0.0.20          # exit 60 — untrusted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--cacert ca.cert https://10.0.0.20  # OK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45936" y="1316736"/>
            <a:ext cx="2596896" cy="3566160"/>
          </a:xfrm>
          <a:prstGeom prst="rect">
            <a:avLst/>
          </a:prstGeom>
          <a:solidFill>
            <a:srgbClr val="2D3748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1408176"/>
            <a:ext cx="2340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37376" y="1828800"/>
            <a:ext cx="2395728" cy="868680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28816" y="188366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curl without CA: exit 60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28816" y="217627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 certificate problem: unable to get local issuer certificate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37376" y="2834640"/>
            <a:ext cx="2395728" cy="868680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28816" y="288950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curl --cacert: 200 OK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28816" y="318211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verified. openssl s_client shows TLSv1.3, Verify return code: 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37376" y="3840480"/>
            <a:ext cx="2395728" cy="868680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28816" y="3895344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TLS vs CryptoCat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28816" y="418795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CryptoCat encrypted the payload only. TLS encrypts the entire channel at transport layer.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182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3 — TLS Socket in Python (a–d)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skeleton code provided. Find ssl.create_default_context, ssl.Purpose, load_cert_chain, wrap_socket.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6032" y="1316736"/>
            <a:ext cx="4315968" cy="1700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316736"/>
            <a:ext cx="475488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316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389888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ES03a — TLS echo server on Bob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" y="1801368"/>
            <a:ext cx="4315968" cy="12161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83664"/>
            <a:ext cx="4133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Bob: ssl.SSLContext(PURPOSE.CLIENT_AUTH)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load_cert_chain(server.cert, server.key)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wrap_socket(sock, server_side=True)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0016" y="1316736"/>
            <a:ext cx="4315968" cy="1700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0016" y="1316736"/>
            <a:ext cx="475488" cy="4754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316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66944" y="1389888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ES03b — TLS client on Alice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0016" y="1801368"/>
            <a:ext cx="4315968" cy="12161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1883664"/>
            <a:ext cx="4133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Alice: ssl.create_default_context()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load_verify_locations(ca.cert)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wrap_socket(sock, server_hostname='bob.lab')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3127248"/>
            <a:ext cx="4315968" cy="1700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56032" y="3127248"/>
            <a:ext cx="475488" cy="47548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3c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200400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ES03c — Wireshark comparison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" y="3611880"/>
            <a:ext cx="4315968" cy="12161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694176"/>
            <a:ext cx="4133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 switch with hub in GNS3.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Darth captures traffic: opaque TLS records.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 with Lab 02 CryptoCat plaintext.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0016" y="3127248"/>
            <a:ext cx="4315968" cy="1700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0016" y="3127248"/>
            <a:ext cx="475488" cy="47548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0016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66944" y="3200400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ES03d — Untrusted CA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0016" y="3611880"/>
            <a:ext cx="4315968" cy="12161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9744" y="3694176"/>
            <a:ext cx="4133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Alice connects without --cacert / ca.cert.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Expected: SSLCertVerificationError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Bob log: TLSV1_ALERT_UNKNOWN_CA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3e — MITM with Darth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22960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91440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Darth implements a transparent TLS proxy between Alice and Bob. Start order: Bob → Darth → Alice.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371600"/>
            <a:ext cx="4315968" cy="1600200"/>
          </a:xfrm>
          <a:prstGeom prst="rect">
            <a:avLst/>
          </a:prstGeom>
          <a:solidFill>
            <a:srgbClr val="2D3748"/>
          </a:solidFill>
          <a:ln w="15240">
            <a:solidFill>
              <a:srgbClr val="B7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371600"/>
            <a:ext cx="530352" cy="43891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371600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142646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Darth generates a fake CA + fake cert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" y="1828800"/>
            <a:ext cx="4315968" cy="1143000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92808"/>
            <a:ext cx="4151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genrsa -out darth_ca.key 2048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req -new -x509 -key darth_ca.key -out darth_ca.cert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Sign a fake cert for CN=bob.lab / IP:10.0.0.20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00016" y="1371600"/>
            <a:ext cx="4315968" cy="1600200"/>
          </a:xfrm>
          <a:prstGeom prst="rect">
            <a:avLst/>
          </a:prstGeom>
          <a:solidFill>
            <a:srgbClr val="2D3748"/>
          </a:solidFill>
          <a:ln w="15240">
            <a:solidFill>
              <a:srgbClr val="E651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0016" y="1371600"/>
            <a:ext cx="530352" cy="4389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1371600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21808" y="142646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Darth proxies: Alice → Darth → Bob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0016" y="1828800"/>
            <a:ext cx="4315968" cy="1143000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1892808"/>
            <a:ext cx="4151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es03_mitm.py: two threads, two ssl contexts.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context toward Bob (uses ca.cert).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context toward Alice (uses fake cert).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3090672"/>
            <a:ext cx="4315968" cy="1600200"/>
          </a:xfrm>
          <a:prstGeom prst="rect">
            <a:avLst/>
          </a:prstGeom>
          <a:solidFill>
            <a:srgbClr val="2D3748"/>
          </a:solidFill>
          <a:ln w="15240">
            <a:solidFill>
              <a:srgbClr val="6A1B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" y="3090672"/>
            <a:ext cx="530352" cy="43891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3090672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7824" y="3145536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1 — Alice rejects the connection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" y="3547872"/>
            <a:ext cx="4315968" cy="1143000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611880"/>
            <a:ext cx="4151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SSLCertVerificationError: darth_ca.cert is not in Alice's trust store.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math is fine — trust failed.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Alice's CA bundle blocked Darth, not AES.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0016" y="3090672"/>
            <a:ext cx="4315968" cy="1600200"/>
          </a:xfrm>
          <a:prstGeom prst="rect">
            <a:avLst/>
          </a:prstGeom>
          <a:solidFill>
            <a:srgbClr val="2D3748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00016" y="3090672"/>
            <a:ext cx="530352" cy="4389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0016" y="3090672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321808" y="3145536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— Alice uses ssl.CERT_NONE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0016" y="3547872"/>
            <a:ext cx="4315968" cy="1143000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9744" y="3611880"/>
            <a:ext cx="4151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Alice disables verification (= 'proceed anyway').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Darth reads every message in plaintext.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Real-world equivalent: ignoring browser warnings.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56032" y="4736592"/>
            <a:ext cx="8686800" cy="347472"/>
          </a:xfrm>
          <a:prstGeom prst="rect">
            <a:avLst/>
          </a:prstGeom>
          <a:solidFill>
            <a:srgbClr val="2D3748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47731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validation is a trust decision, not a crypto operation. Darth's proxy is mathematically perfect — Alice's CA bundle is the only thing that stops the attack.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A1523"/>
          </a:solidFill>
          <a:ln w="12700">
            <a:solidFill>
              <a:srgbClr val="0A152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4892040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Calabria  ·  DeMaCS  ·  A.Y.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4 — Let's Encrypt (Teacher Demo)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22960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91440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publicly trusted CA. No manual trust configuration needed — it's already in every OS and browser.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426464"/>
            <a:ext cx="438912" cy="43891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1426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1371600"/>
            <a:ext cx="8229600" cy="758952"/>
          </a:xfrm>
          <a:prstGeom prst="rect">
            <a:avLst/>
          </a:prstGeom>
          <a:solidFill>
            <a:srgbClr val="2D3748"/>
          </a:solidFill>
          <a:ln w="1016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1417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free DNS name on DuckDNS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9808" y="1700784"/>
            <a:ext cx="8229600" cy="429768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37360"/>
            <a:ext cx="8046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 on duckdns.org → assign IP of host machine.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Verify: nslookup &lt;name&gt;.duckdns.org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6032" y="2267712"/>
            <a:ext cx="438912" cy="43891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22677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9808" y="2212848"/>
            <a:ext cx="8229600" cy="758952"/>
          </a:xfrm>
          <a:prstGeom prst="rect">
            <a:avLst/>
          </a:prstGeom>
          <a:solidFill>
            <a:srgbClr val="2D3748"/>
          </a:solidFill>
          <a:ln w="1016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22585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Port-forward host → Bob (port 444)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9808" y="2542032"/>
            <a:ext cx="8229600" cy="429768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578608"/>
            <a:ext cx="8046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macOS: port 444 on host → 10.0.0.20:443 in GNS3.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Preferences → Network or pfctl.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6032" y="3108960"/>
            <a:ext cx="438912" cy="43891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" y="31089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9808" y="3054096"/>
            <a:ext cx="8229600" cy="758952"/>
          </a:xfrm>
          <a:prstGeom prst="rect">
            <a:avLst/>
          </a:prstGeom>
          <a:solidFill>
            <a:srgbClr val="2D3748"/>
          </a:solidFill>
          <a:ln w="10160">
            <a:solidFill>
              <a:srgbClr val="6A1B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30998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certbot with DNS challenge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9808" y="3383280"/>
            <a:ext cx="8229600" cy="429768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3419856"/>
            <a:ext cx="8046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certbot certonly --manual --preferred-challenges dns \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-d &lt;name&gt;.duckdns.org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TXT record on DuckDNS. Wait → fullchain.pem + privkey.pem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6032" y="3950208"/>
            <a:ext cx="438912" cy="43891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" y="39502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49808" y="3895344"/>
            <a:ext cx="8229600" cy="758952"/>
          </a:xfrm>
          <a:prstGeom prst="rect">
            <a:avLst/>
          </a:prstGeom>
          <a:solidFill>
            <a:srgbClr val="2D3748"/>
          </a:solidFill>
          <a:ln w="1016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" y="394106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'aha' moment — no --cacert needed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49808" y="4224528"/>
            <a:ext cx="8229600" cy="429768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4261104"/>
            <a:ext cx="8046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https://&lt;name&gt;.duckdns.org:444   # works!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--cacert ca.cert https://...       # ES02 needed this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Let's Encrypt root is already trusted.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56032" y="4754880"/>
            <a:ext cx="8686800" cy="3200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4791456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CGNAT blocks inbound connections. Verify: curl -s https://api.ipify.org  vs  hostname -I. If different → works only from university network.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A1523"/>
          </a:solidFill>
          <a:ln w="12700">
            <a:solidFill>
              <a:srgbClr val="0A152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4892040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Calabria  ·  DeMaCS  ·  A.Y.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Checklist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22960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8961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these checks before the session ends. All four must succeed.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316736"/>
            <a:ext cx="4315968" cy="1700784"/>
          </a:xfrm>
          <a:prstGeom prst="rect">
            <a:avLst/>
          </a:prstGeom>
          <a:solidFill>
            <a:srgbClr val="2D3748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316736"/>
            <a:ext cx="411480" cy="4114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3167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58952" y="13716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ES01 — CA &amp; Certificate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3192" y="1810512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3794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openssl verify -CAfile ca.cert server.cert → OK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93192" y="2157984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18541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Issuer in server.cert matches Subject in ca.cert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3192" y="2505456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53288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SAN field present: IP:10.0.0.20, DNS:bob.lab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0016" y="1316736"/>
            <a:ext cx="4315968" cy="1700784"/>
          </a:xfrm>
          <a:prstGeom prst="rect">
            <a:avLst/>
          </a:prstGeom>
          <a:solidFill>
            <a:srgbClr val="2D3748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0016" y="1316736"/>
            <a:ext cx="411480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0016" y="13167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02936" y="13716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ES02 — NGINX over HTTPS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37176" y="1810512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183794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curl https://10.0.0.20 → exit 60 (untrusted)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37176" y="2157984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218541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curl --cacert ca.cert https://10.0.0.20 → 200 OK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37176" y="2505456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01184" y="253288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openssl s_client shows TLSv1.3, Verify return code: 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6032" y="3127248"/>
            <a:ext cx="4315968" cy="1700784"/>
          </a:xfrm>
          <a:prstGeom prst="rect">
            <a:avLst/>
          </a:prstGeom>
          <a:solidFill>
            <a:srgbClr val="2D3748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6032" y="3127248"/>
            <a:ext cx="411480" cy="41148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" y="31821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ES03 — Python TLS Socket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93192" y="3621024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64845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Server/client exchange messages over TLS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93192" y="3968496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9959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Wireshark shows opaque TLS records (no plaintext)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93192" y="4315968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34340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ES03d: SSLCertVerificationError without ca.cert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00016" y="3127248"/>
            <a:ext cx="4315968" cy="1700784"/>
          </a:xfrm>
          <a:prstGeom prst="rect">
            <a:avLst/>
          </a:prstGeom>
          <a:solidFill>
            <a:srgbClr val="2D3748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00016" y="3127248"/>
            <a:ext cx="411480" cy="41148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0016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02936" y="31821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ES03e — MITM with Darth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37176" y="3621024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364845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CP1: Alice rejects Darth's fake cert (trust error)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37176" y="3968496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01184" y="39959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CP2: ssl.CERT_NONE lets Darth read all messages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837176" y="4315968"/>
            <a:ext cx="4114800" cy="301752"/>
          </a:xfrm>
          <a:prstGeom prst="rect">
            <a:avLst/>
          </a:prstGeom>
          <a:solidFill>
            <a:srgbClr val="1A2535"/>
          </a:solidFill>
          <a:ln w="12700">
            <a:solidFill>
              <a:srgbClr val="1A253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434340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Trust store decision, not a crypto failure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A1523"/>
          </a:solidFill>
          <a:ln w="12700">
            <a:solidFill>
              <a:srgbClr val="0A152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2880" y="4892040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Calabria  ·  DeMaCS  ·  A.Y.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22960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987552"/>
            <a:ext cx="64008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9875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932688" y="987552"/>
            <a:ext cx="7955280" cy="74980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1078992"/>
            <a:ext cx="7726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crypto solves the key distribution problem — two parties establish a shared secret over an untrusted network without having met before.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" y="1956816"/>
            <a:ext cx="640080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956816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932688" y="1956816"/>
            <a:ext cx="7955280" cy="74980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2048256"/>
            <a:ext cx="7726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 trust chain is the infrastructure behind HTTPS. A certificate is only trusted if it chains to a root CA already in your trust store.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6032" y="2926080"/>
            <a:ext cx="640080" cy="7498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926080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32688" y="2926080"/>
            <a:ext cx="7955280" cy="74980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017520"/>
            <a:ext cx="7726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is a hybrid protocol: asymmetric for key exchange + authentication, symmetric (AES) for data. The private key never leaves the server.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6032" y="3895344"/>
            <a:ext cx="640080" cy="74980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3895344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32688" y="3895344"/>
            <a:ext cx="7955280" cy="74980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3986784"/>
            <a:ext cx="7726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validation is a trust decision. Darth's TLS proxy works perfectly — it fails only because Alice's CA bundle blocks his fake certificate.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A1523"/>
          </a:solidFill>
          <a:ln w="12700">
            <a:solidFill>
              <a:srgbClr val="0A15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4892040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Calabria  ·  DeMaCS  ·  A.Y.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201168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6032" y="822960"/>
            <a:ext cx="1371600" cy="50292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950976"/>
            <a:ext cx="8686800" cy="420624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9784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04  ·  Layer 2 Attacks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6032" y="1463040"/>
            <a:ext cx="640080" cy="6400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" y="1463040"/>
            <a:ext cx="7955280" cy="640080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572768"/>
            <a:ext cx="7726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 spoofing — poisoning the Layer 2 address table to intercept LAN traffic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" y="2249424"/>
            <a:ext cx="640080" cy="64008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224942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MITM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32688" y="2249424"/>
            <a:ext cx="7955280" cy="640080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2359152"/>
            <a:ext cx="7726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Network-level MITM — now Darth redirects Alice's traffic automatically, no proxy needed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" y="3035808"/>
            <a:ext cx="640080" cy="64008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3035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32688" y="3035808"/>
            <a:ext cx="7955280" cy="640080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3145536"/>
            <a:ext cx="7726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hopping — bypassing network segmentation via double-tagging and switch misconfiguration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6032" y="3822192"/>
            <a:ext cx="640080" cy="6400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38221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2688" y="3822192"/>
            <a:ext cx="7955280" cy="640080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3931920"/>
            <a:ext cx="7726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dynamic ARP inspection, port security — and why TLS (Lab 03) protects you even against ARP MITM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0A1523"/>
          </a:solidFill>
          <a:ln w="12700">
            <a:solidFill>
              <a:srgbClr val="0A15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2880" y="4892040"/>
            <a:ext cx="8778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exercises run inside the same GNS3 lab environment  ·  University of Calabria  ·  A.Y. 2025/2026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03 — Asymmetric Cryptography &amp; TLS</dc:title>
  <dc:subject>PptxGenJS Presentation</dc:subject>
  <dc:creator>Network Security Lab — A.Y. 2025/2026</dc:creator>
  <cp:lastModifiedBy>Network Security Lab — A.Y. 2025/2026</cp:lastModifiedBy>
  <cp:revision>1</cp:revision>
  <dcterms:created xsi:type="dcterms:W3CDTF">2026-04-05T16:22:40Z</dcterms:created>
  <dcterms:modified xsi:type="dcterms:W3CDTF">2026-04-05T16:22:40Z</dcterms:modified>
</cp:coreProperties>
</file>